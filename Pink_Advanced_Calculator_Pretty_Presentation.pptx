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💖 Pink Advanced Calculator using Python (Tkinter)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 Harleen Kaur</a:t>
            </a:r>
          </a:p>
          <a:p>
            <a:r>
              <a:t>NextHikes IT Solutions - Project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💗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50003C"/>
                </a:solidFill>
                <a:latin typeface="Calibri"/>
              </a:defRPr>
            </a:pPr>
            <a:r>
              <a:t>This project involves building a beautiful GUI calculator using Python’s Tkinter library. It performs both basic and scientific calculations, styled in a pink aesthetic theme for a modern look.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💗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50003C"/>
                </a:solidFill>
                <a:latin typeface="Calibri"/>
              </a:defRPr>
            </a:pPr>
            <a:r>
              <a:t>🎯 Create a user-friendly calculator</a:t>
            </a:r>
            <a:br/>
            <a:r>
              <a:t>🎯 Apply Tkinter for GUI design</a:t>
            </a:r>
            <a:br/>
            <a:r>
              <a:t>🎯 Add scientific math functions</a:t>
            </a:r>
            <a:br/>
            <a:r>
              <a:t>🎯 Customize design with pink theme</a:t>
            </a:r>
            <a:br/>
            <a:r>
              <a:t>🎯 Learn event handling and Python functions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💗 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50003C"/>
                </a:solidFill>
                <a:latin typeface="Calibri"/>
              </a:defRPr>
            </a:pPr>
            <a:r>
              <a:t>🧰 Python 3 - Programming language</a:t>
            </a:r>
            <a:br/>
            <a:r>
              <a:t>🧰 Tkinter - GUI framework</a:t>
            </a:r>
            <a:br/>
            <a:r>
              <a:t>🧰 Math Module - Scientific operations</a:t>
            </a:r>
            <a:br/>
            <a:r>
              <a:t>🧰 VS Code - IDE for coding</a:t>
            </a:r>
            <a:br/>
            <a:r>
              <a:t>🧰 GitHub - Version control (optional)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💗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50003C"/>
                </a:solidFill>
                <a:latin typeface="Calibri"/>
              </a:defRPr>
            </a:pPr>
            <a:r>
              <a:t>🖥 The calculator has three main components:</a:t>
            </a:r>
            <a:br/>
            <a:r>
              <a:t>1️⃣ Input Field – Displays expressions and results</a:t>
            </a:r>
            <a:br/>
            <a:r>
              <a:t>2️⃣ Buttons – Numbers, operators, and functions</a:t>
            </a:r>
            <a:br/>
            <a:r>
              <a:t>3️⃣ Event Handling – Responds to button clicks</a:t>
            </a:r>
            <a:br/>
            <a:br/>
            <a:r>
              <a:t>🎀 The entire UI follows a pink gradient theme.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💗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50003C"/>
                </a:solidFill>
                <a:latin typeface="Calibri"/>
              </a:defRPr>
            </a:pPr>
            <a:r>
              <a:t>🌸 Basic arithmetic: +, -, ×, ÷</a:t>
            </a:r>
            <a:br/>
            <a:r>
              <a:t>🌸 Scientific functions: sin, cos, tan, log, √</a:t>
            </a:r>
            <a:br/>
            <a:r>
              <a:t>🌸 Clear (C) and Equal (=) options</a:t>
            </a:r>
            <a:br/>
            <a:r>
              <a:t>🌸 Error-safe calculations</a:t>
            </a:r>
            <a:br/>
            <a:r>
              <a:t>🌸 Aesthetic pink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💗 Code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50003C"/>
                </a:solidFill>
                <a:latin typeface="Calibri"/>
              </a:defRPr>
            </a:pPr>
            <a:r>
              <a:t>💻 The calculator uses a 'click()' function that manages all button actions.</a:t>
            </a:r>
            <a:br/>
            <a:r>
              <a:t>💻 Each button triggers this function through event binding.</a:t>
            </a:r>
            <a:br/>
            <a:r>
              <a:t>💻 The Math module powers scientific operations.</a:t>
            </a:r>
            <a:br/>
            <a:r>
              <a:t>💻 Tkinter handles GUI layout and interaction.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💗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50003C"/>
                </a:solidFill>
                <a:latin typeface="Calibri"/>
              </a:defRPr>
            </a:pPr>
            <a:r>
              <a:t>📸 Example Outputs:</a:t>
            </a:r>
            <a:br/>
            <a:r>
              <a:t>✅ Calculator interface view</a:t>
            </a:r>
            <a:br/>
            <a:r>
              <a:t>✅ Performing 7 * (3 + 2) = 35</a:t>
            </a:r>
            <a:br/>
            <a:r>
              <a:t>✅ Error message for invalid input</a:t>
            </a:r>
            <a:br/>
            <a:br/>
            <a:r>
              <a:t>(Add your screenshots here)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💗 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50003C"/>
                </a:solidFill>
                <a:latin typeface="Calibri"/>
              </a:defRPr>
            </a:pPr>
            <a:r>
              <a:t>💡 Learned Tkinter GUI creation</a:t>
            </a:r>
            <a:br/>
            <a:r>
              <a:t>💡 Event-driven programming</a:t>
            </a:r>
            <a:br/>
            <a:r>
              <a:t>💡 Handling user inputs</a:t>
            </a:r>
            <a:br/>
            <a:r>
              <a:t>💡 Using Python math functions</a:t>
            </a:r>
            <a:br/>
            <a:r>
              <a:t>💡 Designing modern user interfaces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💗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50003C"/>
                </a:solidFill>
                <a:latin typeface="Calibri"/>
              </a:defRPr>
            </a:pPr>
            <a:r>
              <a:t>🎯 Successfully created a stylish and functional calculator.</a:t>
            </a:r>
            <a:br/>
            <a:r>
              <a:t>🎯 Enhanced understanding of GUI design and Python logic.</a:t>
            </a:r>
            <a:br/>
            <a:br/>
            <a:r>
              <a:t>✨ Future upgrades:</a:t>
            </a:r>
            <a:br/>
            <a:r>
              <a:t>- Add memory buttons (M+, M-, MR)</a:t>
            </a:r>
            <a:br/>
            <a:r>
              <a:t>- Add degree/radian toggle</a:t>
            </a:r>
            <a:br/>
            <a:r>
              <a:t>- Add keyboard input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💗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50003C"/>
                </a:solidFill>
                <a:latin typeface="Calibri"/>
              </a:defRPr>
            </a:pPr>
            <a:r>
              <a:t>🌸 Thank You for Watching! 🌸</a:t>
            </a:r>
            <a:br/>
            <a:r>
              <a:t>Presented by Harleen Kaur</a:t>
            </a:r>
            <a:br/>
            <a:r>
              <a:t>Pink Advanced Calculator Project</a:t>
            </a:r>
            <a:br/>
            <a:r>
              <a:t>💗 Python | Tkinter | GUI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