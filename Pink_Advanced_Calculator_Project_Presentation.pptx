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💗 Pink Advanced Calculator using Python (Tkinter)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Harleen Kaur</a:t>
            </a:r>
          </a:p>
          <a:p>
            <a:r>
              <a:t>NextHikes IT Solutions - Project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about developing a GUI calculator using Python’s Tkinter library. The calculator supports basic arithmetic and scientific functions such as sine, cosine, tangent, logarithm, and square root. The interface is customized with a pink color theme for a modern look.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Create a user-friendly calculator using Python</a:t>
            </a:r>
          </a:p>
          <a:p>
            <a:r>
              <a:t>- Apply GUI programming using Tkinter</a:t>
            </a:r>
          </a:p>
          <a:p>
            <a:r>
              <a:t>- Add advanced mathematical functions</a:t>
            </a:r>
          </a:p>
          <a:p>
            <a:r>
              <a:t>- Customize with a pink theme</a:t>
            </a:r>
          </a:p>
          <a:p>
            <a:r>
              <a:t>- Practice Python functions, event handling, and loops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3 - Programming language</a:t>
            </a:r>
          </a:p>
          <a:p>
            <a:r>
              <a:t>Tkinter - GUI library</a:t>
            </a:r>
          </a:p>
          <a:p>
            <a:r>
              <a:t>Math module - Scientific functions</a:t>
            </a:r>
          </a:p>
          <a:p>
            <a:r>
              <a:t>Visual Studio Code - IDE</a:t>
            </a:r>
          </a:p>
          <a:p>
            <a:r>
              <a:t>GitHub - Version control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calculator has three key parts:</a:t>
            </a:r>
          </a:p>
          <a:p>
            <a:r>
              <a:t>1. Input field to display expressions and results</a:t>
            </a:r>
          </a:p>
          <a:p>
            <a:r>
              <a:t>2. Buttons for digits, operators, and functions</a:t>
            </a:r>
          </a:p>
          <a:p>
            <a:r>
              <a:t>3. Event handling for clicks and calculations</a:t>
            </a:r>
          </a:p>
          <a:p>
            <a:r>
              <a:t>The entire interface is themed in pink for a soft, modern aesthetic.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Basic operations: +, -, ×, ÷</a:t>
            </a:r>
          </a:p>
          <a:p>
            <a:r>
              <a:t>- Scientific functions: sin, cos, tan, log, √</a:t>
            </a:r>
          </a:p>
          <a:p>
            <a:r>
              <a:t>- Clear (C) and Equal (=) buttons</a:t>
            </a:r>
          </a:p>
          <a:p>
            <a:r>
              <a:t>- Error handling for invalid inputs</a:t>
            </a:r>
          </a:p>
          <a:p>
            <a:r>
              <a:t>- Pink-themed interface 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program uses Tkinter for GUI creation and Math library for advanced operations.</a:t>
            </a:r>
          </a:p>
          <a:p>
            <a:r>
              <a:t>The click() function handles all button actions.</a:t>
            </a:r>
          </a:p>
          <a:p>
            <a:r>
              <a:t>Each button is created in a loop and linked with event binding to respond to user clicks.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Below are sample outputs:</a:t>
            </a:r>
          </a:p>
          <a:p>
            <a:r>
              <a:t>- Calculator interface when opened</a:t>
            </a:r>
          </a:p>
          <a:p>
            <a:r>
              <a:t>- Performing 7*(3+2)=35</a:t>
            </a:r>
          </a:p>
          <a:p>
            <a:r>
              <a:t>- Error message for invalid expressions</a:t>
            </a:r>
          </a:p>
          <a:p>
            <a:r>
              <a:t>(Screenshots to be added manually)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GUI creation with Tkinter</a:t>
            </a:r>
          </a:p>
          <a:p>
            <a:r>
              <a:t>- Handling user input &amp; events</a:t>
            </a:r>
          </a:p>
          <a:p>
            <a:r>
              <a:t>- Working with math functions</a:t>
            </a:r>
          </a:p>
          <a:p>
            <a:r>
              <a:t>- Designing an attractive interface</a:t>
            </a:r>
          </a:p>
          <a:p>
            <a:r>
              <a:t>- Debugging and problem solving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how Python and Tkinter can create a stylish and functional calculator. It improved understanding of GUI programming, Python functions, and design concepts.</a:t>
            </a:r>
          </a:p>
          <a:p/>
          <a:p>
            <a:r>
              <a:t>Future improvements:</a:t>
            </a:r>
          </a:p>
          <a:p>
            <a:r>
              <a:t>- Add memory buttons (M+, M-, MR)</a:t>
            </a:r>
          </a:p>
          <a:p>
            <a:r>
              <a:t>- Degree/Radian mode</a:t>
            </a:r>
          </a:p>
          <a:p>
            <a:r>
              <a:t>- Keyboard input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Official Documentation</a:t>
            </a:r>
          </a:p>
          <a:p>
            <a:r>
              <a:t>- Tkinter Tutorials</a:t>
            </a:r>
          </a:p>
          <a:p>
            <a:r>
              <a:t>- Math Library Reference</a:t>
            </a:r>
          </a:p>
          <a:p>
            <a:r>
              <a:t>- NextHikes IT Solutions Project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